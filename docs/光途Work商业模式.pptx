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7FD4"/>
                </a:solidFill>
                <a:latin typeface="Microsoft YaHei"/>
                <a:ea typeface="Microsoft YaHei"/>
              </a:rPr>
              <a:t>光途Work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789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</a:rPr>
              <a:t>商业模式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241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D6D3D1"/>
                </a:solidFill>
                <a:latin typeface="Microsoft YaHei"/>
                <a:ea typeface="Microsoft YaHei"/>
              </a:rPr>
              <a:t>桌面客户端免费，控制面收费。卖本地 Agent 能力与网关额度，不卖软件授权，不卖上游 Key。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A8A29E"/>
                </a:solidFill>
                <a:latin typeface="Microsoft YaHei"/>
                <a:ea typeface="Microsoft YaHei"/>
              </a:rPr>
              <a:t>2026  ·  内部讨论稿  ·  不含云端 Worker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产品怎么赚钱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一句话：用户买的是工作台使用权，请求走你们的网关。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7218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01368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Windows 桌面客户端免费下载。Ask / Craft / Plan 都在本机工作空间完成。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7218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账本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801368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官网注册、买套餐、登录客户端。计量只发生在控制面，用户看不到厂商 Key。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71246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体验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041648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注册即领体验版，每种免费套餐只能领一次。用尽或到期后引导升级。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566160"/>
            <a:ext cx="54406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7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71246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7FD4"/>
                </a:solidFill>
                <a:latin typeface="Microsoft YaHei"/>
                <a:ea typeface="Microsoft YaHei"/>
              </a:rPr>
              <a:t>可见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041648"/>
            <a:ext cx="507492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购买后，客户端和官网只展示「已使用 xx%」，不展示 Token 数字。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卖什么，不卖什么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商业边界决定技术边界。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A7FD4"/>
                </a:solidFill>
                <a:latin typeface="Microsoft YaHei"/>
                <a:ea typeface="Microsoft YaHei"/>
              </a:rPr>
              <a:t>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订阅：时间窗 + 后台额度上限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能力开关：模型白名单、技能、MCP、专家团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加油包：用尽后续量，不改档、不延期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席位：团队版按人头扩容（落地后）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视频生成：后续独立计量（见第 7 页）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44752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</a:rPr>
              <a:t>不卖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上游 API Key 或 BYOK 个人通道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云端 Worker / 关窗口继续跑任务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向用户展示 Token 或单价账单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技能市场分成（暂无供给端）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</a:rPr>
              <a:t>·  把视频和对话额度 1:1 混用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用户只看见使用百分比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Token 是进货账本，不是给用户看的商品名。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99032"/>
            <a:ext cx="2377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917"/>
                </a:solidFill>
                <a:latin typeface="Microsoft YaHei"/>
                <a:ea typeface="Microsoft YaHei"/>
              </a:rPr>
              <a:t>客户端工作台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99032"/>
            <a:ext cx="8138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顶栏进度条 +「已使用 23%」。满 90% 变警示色。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2377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917"/>
                </a:solidFill>
                <a:latin typeface="Microsoft YaHei"/>
                <a:ea typeface="Microsoft YaHei"/>
              </a:rPr>
              <a:t>客户端账户页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76272"/>
            <a:ext cx="8138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套餐名、已使用百分比、到期时间。可跳转官网升级。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53512"/>
            <a:ext cx="2377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917"/>
                </a:solidFill>
                <a:latin typeface="Microsoft YaHei"/>
                <a:ea typeface="Microsoft YaHei"/>
              </a:rPr>
              <a:t>官网账户 / 订单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53512"/>
            <a:ext cx="8138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同样只显示百分比。最近用量只留时间和模型名。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2377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917"/>
                </a:solidFill>
                <a:latin typeface="Microsoft YaHei"/>
                <a:ea typeface="Microsoft YaHei"/>
              </a:rPr>
              <a:t>套餐售卖页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0752"/>
            <a:ext cx="8138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写「入门 / 标准 / 充裕额度」，不写「500 万 Token」。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434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07992"/>
            <a:ext cx="2377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917"/>
                </a:solidFill>
                <a:latin typeface="Microsoft YaHei"/>
                <a:ea typeface="Microsoft YaHei"/>
              </a:rPr>
              <a:t>运营后台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07992"/>
            <a:ext cx="8138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继续看 Token、成本、毛利。工作人员需要真实进货账。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206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85232"/>
            <a:ext cx="23774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917"/>
                </a:solidFill>
                <a:latin typeface="Microsoft YaHei"/>
                <a:ea typeface="Microsoft YaHei"/>
              </a:rPr>
              <a:t>网关内部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85232"/>
            <a:ext cx="81381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仍按 billed = 上游用量 × 倍率扣减，用尽返回 402。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三档套餐（对外口径）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价格沿用现有种子数据。用户侧用额度档位，不用 Token 数字。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630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1917"/>
                </a:solidFill>
                <a:latin typeface="Microsoft YaHei"/>
                <a:ea typeface="Microsoft YaHei"/>
              </a:rPr>
              <a:t>体验版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C1917"/>
                </a:solidFill>
                <a:latin typeface="Microsoft YaHei"/>
                <a:ea typeface="Microsoft YaHei"/>
              </a:rPr>
              <a:t>免费 / 7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688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入门额度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仅 DeepSeek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部分技能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无 MCP / 专家团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440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FD4"/>
                </a:solidFill>
                <a:latin typeface="Microsoft YaHei"/>
                <a:ea typeface="Microsoft YaHei"/>
              </a:rPr>
              <a:t>获客，验证工作流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7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630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1917"/>
                </a:solidFill>
                <a:latin typeface="Microsoft YaHei"/>
                <a:ea typeface="Microsoft YaHei"/>
              </a:rPr>
              <a:t>专业版  · 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202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A7FD4"/>
                </a:solidFill>
                <a:latin typeface="Microsoft YaHei"/>
                <a:ea typeface="Microsoft YaHei"/>
              </a:rPr>
              <a:t>¥99 / 30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688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标准额度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多模型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全技能 + MCP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个人主力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440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FD4"/>
                </a:solidFill>
                <a:latin typeface="Microsoft YaHei"/>
                <a:ea typeface="Microsoft YaHei"/>
              </a:rPr>
              <a:t>个人付费锚点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80160"/>
            <a:ext cx="36118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4630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C1917"/>
                </a:solidFill>
                <a:latin typeface="Microsoft YaHei"/>
                <a:ea typeface="Microsoft YaHei"/>
              </a:rPr>
              <a:t>团队版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2024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C1917"/>
                </a:solidFill>
                <a:latin typeface="Microsoft YaHei"/>
                <a:ea typeface="Microsoft YaHei"/>
              </a:rPr>
              <a:t>¥299 / 30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4688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充裕额度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全部已接入模型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MCP + 专家团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57534E"/>
                </a:solidFill>
                <a:latin typeface="Microsoft YaHei"/>
                <a:ea typeface="Microsoft YaHei"/>
              </a:rPr>
              <a:t>含 5 席（席位表待落地）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54406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FD4"/>
                </a:solidFill>
                <a:latin typeface="Microsoft YaHei"/>
                <a:ea typeface="Microsoft YaHei"/>
              </a:rPr>
              <a:t>小团队扩容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四层收入（规划目标）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稳态假设，不是历史账单。专业版应贡献一半以上经常性收入。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7FD4"/>
                </a:solidFill>
                <a:latin typeface="Microsoft YaHei"/>
                <a:ea typeface="Microsoft YaHei"/>
              </a:rPr>
              <a:t>55%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8132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专业版订阅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10512"/>
            <a:ext cx="8778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个人 ARR 主力。建议补年付 ¥990。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7FD4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2432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团队版订阅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53512"/>
            <a:ext cx="8778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更高额度 + 能力包。席位落地后才能按人头卖。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22192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7FD4"/>
                </a:solidFill>
                <a:latin typeface="Microsoft YaHei"/>
                <a:ea typeface="Microsoft YaHei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76732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额度加油包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96512"/>
            <a:ext cx="8778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用尽后续量。建议 ≥ 套餐内含单价，保护订阅锚点。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0916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65192"/>
            <a:ext cx="1463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7FD4"/>
                </a:solidFill>
                <a:latin typeface="Microsoft YaHei"/>
                <a:ea typeface="Microsoft YaHei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1032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席位 / 视频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239512"/>
            <a:ext cx="8778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加席 ¥49/人/月；视频单独配额，后续上线。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后续：视频生成怎么赚钱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视频进货远贵于文本，必须从第一天就和对话额度分开。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2646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50749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在专业版 / 团队版逐步开放视频模型。体验版默认不开，避免试用把成本打穿。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42646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计量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755648"/>
            <a:ext cx="50749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独立「视频额度」：按成功生成条数或秒数扣减。用户侧仍只显示已使用百分比。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71246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售卖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041648"/>
            <a:ext cx="50749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套餐内含少量视频条数 + 单独视频包。不要让用户用对话加油包去生成视频。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5661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71246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风控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4041648"/>
            <a:ext cx="50749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上架时强制填写进货单价。倍率或条数成本必须覆盖最贵模型，运营可再加大。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转化漏斗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付费动机是继续完成手头任务，而不是抽象会员。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99032"/>
            <a:ext cx="457200" cy="457200"/>
          </a:xfrm>
          <a:prstGeom prst="ellipse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72184"/>
            <a:ext cx="4572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44168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44168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邮箱验证码通过，自动发体验版，每种免费套餐一次。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86584"/>
            <a:ext cx="4572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58568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58568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7 天、弱模型、部分技能。日限额防止一夜刷光。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27832"/>
            <a:ext cx="457200" cy="457200"/>
          </a:xfrm>
          <a:prstGeom prst="ellipse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00984"/>
            <a:ext cx="4572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72968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用尽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72968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网关 402。客户端与官网同时出现「已使用 100% / 去升级」。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142232"/>
            <a:ext cx="457200" cy="457200"/>
          </a:xfrm>
          <a:prstGeom prst="ellipse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15384"/>
            <a:ext cx="4572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87368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付费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087368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浏览器打开支付宝 / 微信。不在 Electron 窗口内扣款。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29784"/>
            <a:ext cx="4572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01768"/>
            <a:ext cx="2011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续费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001768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7534E"/>
                </a:solidFill>
                <a:latin typeface="Microsoft YaHei"/>
                <a:ea typeface="Microsoft YaHei"/>
              </a:rPr>
              <a:t>到期提醒、80% 预警、加油包。把一次转化做成经常性收入。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单位经济（内部核算）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以下数字只出现在后台与本页，不出现在客户端或官网。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26464"/>
            <a:ext cx="3246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体验版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32461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收入 ¥0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满额成本约 ¥0.2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获客成本，可接受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7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426464"/>
            <a:ext cx="3246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7FD4"/>
                </a:solidFill>
                <a:latin typeface="Microsoft YaHei"/>
                <a:ea typeface="Microsoft YaHei"/>
              </a:rPr>
              <a:t>专业版 ¥99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755648"/>
            <a:ext cx="32461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满额成本约 ¥10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毛利率约 90%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默认走 DeepSeek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426464"/>
            <a:ext cx="32461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团队版 ¥299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755648"/>
            <a:ext cx="32461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满额成本约 ¥40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毛利率约 87%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量折扣，靠席位放大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1917"/>
                </a:solidFill>
                <a:latin typeface="Microsoft YaHei"/>
                <a:ea typeface="Microsoft YaHei"/>
              </a:rPr>
              <a:t>·  后台扣费：billed = 上游用量 × 模型倍率。贵模型必须靠倍率烧得更快。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1917"/>
                </a:solidFill>
                <a:latin typeface="Microsoft YaHei"/>
                <a:ea typeface="Microsoft YaHei"/>
              </a:rPr>
              <a:t>·  现有代码用「2 分 / 千 billed」估成本，会低估真实毛利。上线前改为模型表里的真实进货价。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1917"/>
                </a:solidFill>
                <a:latin typeface="Microsoft YaHei"/>
                <a:ea typeface="Microsoft YaHei"/>
              </a:rPr>
              <a:t>·  唯一会打穿模式的事：把高价视频或旗舰文本模型勾进套餐，却不上调倍率 / 独立配额。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技术实现分期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钱只在 apps/api 确认。桌面端只读权益，官网负责下单。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99032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FD4"/>
                </a:solidFill>
                <a:latin typeface="Microsoft YaHei"/>
                <a:ea typeface="Microsoft YaHei"/>
              </a:rPr>
              <a:t>P0  ·  1–2 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80744"/>
            <a:ext cx="74980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真实收款与漏损封口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74980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支付宝 / 微信异步回调；请求前预扣额度；并发闸；模型真实单价；用户 API 不返回 Token。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FD4"/>
                </a:solidFill>
                <a:latin typeface="Microsoft YaHei"/>
                <a:ea typeface="Microsoft YaHei"/>
              </a:rPr>
              <a:t>P1  ·  2–4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69464"/>
            <a:ext cx="74980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第二层收入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80"/>
            <a:ext cx="74980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加油包、年付、优惠码限次、升级继承剩余额度。账户页 80% 预警只显示百分比。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1188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76472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FD4"/>
                </a:solidFill>
                <a:latin typeface="Microsoft YaHei"/>
                <a:ea typeface="Microsoft YaHei"/>
              </a:rPr>
              <a:t>P2  ·  按销售需要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58184"/>
            <a:ext cx="74980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团队账本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74980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组织与成员表、共享额度池、发票状态机。席位未落地前，团队版按大额度个人套餐卖。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00600"/>
            <a:ext cx="1115568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65192"/>
            <a:ext cx="30175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7FD4"/>
                </a:solidFill>
                <a:latin typeface="Microsoft YaHei"/>
                <a:ea typeface="Microsoft YaHei"/>
              </a:rPr>
              <a:t>P3  ·  视频上线时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946904"/>
            <a:ext cx="7498079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</a:rPr>
              <a:t>视频独立账本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03520"/>
            <a:ext cx="7498079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video_quota 或按条计数；套餐白名单；成功生成才扣；用户侧同样只给百分比。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明确不做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避免把产品做成云电脑或 Token 交易所。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8074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云端 Worker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09928"/>
            <a:ext cx="5074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任务只在用户本机执行。关窗口用托盘保持运行，不把工作空间同步到服务器。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38074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客户端贴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709928"/>
            <a:ext cx="5074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一旦 BYOK，计量账本被拆掉，毛利无法控。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98094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用户看见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10128"/>
            <a:ext cx="5074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对外只讲套餐与已使用百分比，避免比价和羊毛党按 Token 倒算。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346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98094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视频混用对话额度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310128"/>
            <a:ext cx="5074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一条视频的进货可能吃掉大量对话额度，必须独立配额。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348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58114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未落地就卖 5 账号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910328"/>
            <a:ext cx="5074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seats 字段还没有组织成员表。对外先别承诺多人共用。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4348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581144"/>
            <a:ext cx="5074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C1917"/>
                </a:solidFill>
                <a:latin typeface="Microsoft YaHei"/>
                <a:ea typeface="Microsoft YaHei"/>
              </a:rPr>
              <a:t>Electron 内支付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910328"/>
            <a:ext cx="50749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收银台只在浏览器。桌面端只打开官网链接。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C1917"/>
                </a:solidFill>
                <a:latin typeface="Microsoft YaHei"/>
                <a:ea typeface="Microsoft YaHei"/>
              </a:rPr>
              <a:t>建议立刻拍板的决策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可以改价格，不建议改结构。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07008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53312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计费对象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682496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后台按额度扣；用户只看已使用百分比。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07008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353312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默认模型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682496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DeepSeek，保证试用和专业版主力成本。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23744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支付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52928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官网收银台；桌面端只给链接。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377440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523744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执行位置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852928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仅本机。云端 Worker 已从产品移除。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47872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694176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视频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023360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后续独立配额，不与对话额度 1:1 混用。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47872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694176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团队版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23360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席位表上线前，按大额度个人套餐销售。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18304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864608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数据库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193792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先 SQLite 跑通支付；付费用户过千再迁 Postgres。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718304"/>
            <a:ext cx="5440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864608"/>
            <a:ext cx="5029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7FD4"/>
                </a:solidFill>
                <a:latin typeface="Microsoft YaHei"/>
                <a:ea typeface="Microsoft YaHei"/>
              </a:rPr>
              <a:t>体验版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5193792"/>
            <a:ext cx="50292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7534E"/>
                </a:solidFill>
                <a:latin typeface="Microsoft YaHei"/>
                <a:ea typeface="Microsoft YaHei"/>
              </a:rPr>
              <a:t>继续自动发放，且每人每种免费套餐一次。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光途Work · 商业模式  ·  内部讨论稿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7534E"/>
                </a:solidFill>
                <a:latin typeface="Microsoft YaHei"/>
                <a:ea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